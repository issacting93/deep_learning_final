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Multi-Faceted Music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Combining Audio, Text, and Graph Embeddings for Smarter Song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27432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Wenny  |  Sid &amp; Issac  |  Archive  |  Jiayi  |  Helena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Dataset: Free Music Archive (FMA) — 8,000 tracks, 8 genres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Deep Learning — 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Music retrieval systems typically rely on a single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CBD5E1"/>
                </a:solidFill>
                <a:latin typeface="Calibri"/>
              </a:defRPr>
            </a:pPr>
            <a:r>
              <a:t>“Chill lo-fi vibes” → requires understanding musical mood (acoustic features)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“Folk artists about travel” → requires understanding text &amp; lyrics (semantic features)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“Songs like this one” → requires structural knowledge (graph relationships)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No single embedding captures all of these.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Our solution: build independent embedding views for each modality,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then fuse them into one retrieval system that outperforms any single 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Reference diagram from our design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Four Retrieval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View 1: Vibe / Text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CLAP (HTSAT-tiny)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Dimensions: 512-d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Input: Audio waveform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High-level semantics:</a:t>
            </a:r>
            <a:br/>
            <a:r>
              <a:t>mood, genre feel, instruments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22860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View 2: Lyrics / Semantic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SBERT (all-MiniLM-L6-v2)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Dimensions: 384-d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Input: Metadata + lyrics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Textual semantics:</a:t>
            </a:r>
            <a:br/>
            <a:r>
              <a:t>artist identity, lyrical 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6304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0020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View 3: Acoustic 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77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OpenL3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Dimensions: 512-d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Input: Audio waveform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Low-level acoustics:</a:t>
            </a:r>
            <a:br/>
            <a:r>
              <a:t>timbre, rhythm, texture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1463040"/>
            <a:ext cx="256032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600200"/>
            <a:ext cx="2286000" cy="50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828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View 4: Graph 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377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HeteroGNN (SAGEConv)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Dimensions: 256-d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Input: Track-artist-genre 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474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Structural connectivity:</a:t>
            </a:r>
            <a:br/>
            <a:r>
              <a:t>co-genre, artist similarity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Dataset: Free Music Archive (FMA)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github.com/mdeff/fma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8,000 tracks across 8 top-level genres (FMA Small subset)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Genres: Electronic, Experimental, Folk, Hip-Hop, Instrumental, International, Pop, Rock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Open-licensed benchmark — freely available for research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Additional data sources: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FMA metadata: tracks.csv, genres.csv (artist, title, tags, genre labels)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Genius API: song lyrics (first 1,000 characters per track)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Echo Nest: 8 continuous audio features (danceability, energy, valence, etc.)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294 tracks overlap with Echo Nest — used as independent evaluation ground truth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CLAP — Vibe / Text-to-Music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Maps both audio and text into a shared 512-d space via contrastive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CLAP: Text-to-Music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Natural language queries against 7,997 audio embeddings (3 corrupt MP3s skipped)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Top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Genre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Cosine Sim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024128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“sad piano ballad”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DUITA — XPURM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Instrumental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  <a:latin typeface="Calibri"/>
              </a:defRPr>
            </a:pPr>
            <a:r>
              <a:t>0.65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“aggressive heavy metal”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Dead Elements — Angstbreaker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  <a:latin typeface="Calibri"/>
              </a:defRPr>
            </a:pPr>
            <a:r>
              <a:t>0.54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1024128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“upbeat happy pop song”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One Way Love — Ready for 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  <a:latin typeface="Calibri"/>
              </a:defRPr>
            </a:pPr>
            <a:r>
              <a:t>0.52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“acoustic guitar folk”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Wainiha Valley — Mia Doi Todd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Folk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0B981"/>
                </a:solidFill>
                <a:latin typeface="Calibri"/>
              </a:defRPr>
            </a:pPr>
            <a:r>
              <a:t>0.49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Genre Structure in CLAP Embedding 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Most similar:  Hip-Hop &amp; Pop (0.81 cosine), Folk &amp; International (0.80)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Most distinct:  Rock &amp; Electronic (0.64)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PCA: 50 components capture ~85% of variance across 512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SBERT — Lyrics &amp; Semantic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Sentence-BERT encodes metadata + lyrics into 384-d embeddings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SBERT: Representation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Model: all-MiniLM-L6-v2 — 6-layer transformer, 384-d output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Trained on 1B+ sentence pairs (NLI + paraphrase datasets)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PCA Variance: highly distributed representation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Top component captures only 4.1% of variance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181 components needed for 90% (vs. 50 for CLAP’s 512-d space)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This means SBERT uses its dimensions more uniformly — desirable for retrieval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Representation tests: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Semantic robustness: only 10% overlap between “lonely” vs “isolated” queries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Lexical bias: “Blue music” retrieves titles with “Blue”, not Blues genre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Truncation impact: minimal (FMA metadata strings are typically &lt;50 words)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Leakage: Identified &amp;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critical methodological issue we caught and resolved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Original SBERT input included genre_top directly: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"{artist} - {title}. Tags: {genre}, {tags}"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48.8% of tags fields also contained genre-like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labels (e.g., 'folk', 'pop', 'melodic')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When evaluation uses genre as ground truth,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the model matches on the label itself —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artificially inflating retrieval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1. Removed genre_top from input entirely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2. Filtered all 8 genre words from tags field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(electronic, folk, hip-hop, pop, rock, etc.)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3. Added Genius API lyrics (first 1,000 chars)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as a replacement semantic signal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New format: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"{title} by {artist}. Tags: {filtered}.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   Lyrics: {lyrics}"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Genre retained for evaluation only —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never seen by the embedding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OpenL3 — Acoustic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Self-supervised audio embeddings capturing timbre, rhythm, and texture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OpenL3: Audio-to-Audio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Role 1 — Wenny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Model: OpenL3 (content_type='music', 512-d embeddings)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Trained via self-supervised audio-visual correspondence on AudioSet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Captures low-level acoustic properties without any semantic label supervision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Key difference from CLAP: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CLAP maps audio into a space shared with text (semantic)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OpenL3 maps audio into a purely acoustic space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Two songs that sound similar are close together, even if different genres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Use case: “Find me songs that sound like this one”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Processes all 8,000 tracks, indexed via FAISS for instant nearest-neighbor 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366F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GNN — Graph-Based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Learning structural relationships between tracks, artists, and genres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Heterogeneous GNN: Structural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Role 3 — Archive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2-layer HeteroGNN using SAGEConv on a track-artist-genre graph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Node types: track (8,000), artist (unique IDs), genre (up to 163)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Edge types: track→artist, track→genre, artist→genre, co-genre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Node features: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Track nodes: CLAP embeddings as initial features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Artist nodes: mean-pooled track CLAP embeddings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Genre nodes: one-hot / learnable embeddings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Training: link prediction on hidden track→genre edges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Output: 256-d track embeddings capturing connectivity structure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Includes Flask web demo at localhost:5050 for interactive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Cross-Modal Comparison: Why Fusion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SBERT and OpenL3 retrieve almost entirely different tracks for the same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4572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59E0B"/>
                </a:solidFill>
                <a:latin typeface="Calibri"/>
              </a:defRPr>
            </a:pPr>
            <a:r>
              <a:t>5.6%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Overlap @ Top-20 Neighbours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Only 1.1 of 20 neighbours shared</a:t>
            </a:r>
            <a:br/>
            <a:r>
              <a:t>between text and audio 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45720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EF4444"/>
                </a:solidFill>
                <a:latin typeface="Calibri"/>
              </a:defRPr>
            </a:pPr>
            <a:r>
              <a:t>–0.77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Spearman Rank 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Tracks SBERT considers similar,</a:t>
            </a:r>
            <a:br/>
            <a:r>
              <a:t>OpenL3 considers dissimilar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46320"/>
            <a:ext cx="9875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Strong complementarity: each modality contributes information the other lacks.</a:t>
            </a:r>
            <a:br/>
            <a:r>
              <a:t>This is the core motivation for multi-view fusion — combining these independent</a:t>
            </a:r>
            <a:br/>
            <a:r>
              <a:t>signals produces better retrieval than any single view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Fusion: Combining All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Role 4 — Jiayi: Evaluation &amp; Multi-View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7452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Method 1: Weighted Score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6F1"/>
                </a:solidFill>
                <a:latin typeface="Consolas"/>
              </a:defRPr>
            </a:pPr>
            <a:r>
              <a:t>fused = w₁·clap + w₂·openl3</a:t>
            </a:r>
            <a:br/>
            <a:r>
              <a:t>         + w₃·sbert + w₄·gnn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97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Normalise all scores to [0,1]</a:t>
            </a:r>
            <a:br/>
            <a:r>
              <a:t>Tune weights on validation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874520"/>
            <a:ext cx="3017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Method 2: Reciprocal Rank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onsolas"/>
              </a:defRPr>
            </a:pPr>
            <a:r>
              <a:t>RRF(d) = Σ 1/(k + rankᵢ(d))</a:t>
            </a:r>
            <a:br/>
            <a:r>
              <a:t>               for each view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297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Robust, requires no tuning</a:t>
            </a:r>
            <a:br/>
            <a:r>
              <a:t>Uses k=60 (standard constant)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291840" cy="3840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874520"/>
            <a:ext cx="30175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Method 3: Learned Reranker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onsolas"/>
              </a:defRPr>
            </a:pPr>
            <a:r>
              <a:t>Concatenate per-view scores</a:t>
            </a:r>
            <a:br/>
            <a:r>
              <a:t>as features for each 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2976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Logistic regression / MLP</a:t>
            </a:r>
            <a:br/>
            <a:r>
              <a:t>Train 70% / evaluate 30%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Evaluation: Echo Nest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Independent features no model saw during training (N=294 tracks)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Avg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vs Random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Random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3.80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1005840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SBERT (Text+Lyrics)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3.33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-12.4%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1.6e-06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Fused (SBERT+OpenL3)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3.22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-15.1%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1.4e-08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10058400" cy="457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OpenL3 (Audio)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2.87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-24.3%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1.8e-21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OpenL3 wins because both it and Echo Nest operate in the acoustic domain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Fused embeddings beat either modality alone — confirms complementary signals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Even SBERT (text only) significantly beats random (p &lt; 10⁻⁶)</a:t>
            </a:r>
          </a:p>
          <a:p>
            <a:pPr algn="l">
              <a:spcBef>
                <a:spcPts val="500"/>
              </a:spcBef>
              <a:spcAft>
                <a:spcPts val="200"/>
              </a:spcAft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 All differences statistically significant (paired t-test)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Fine-tuning CLAP on FMA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Role 5 — Helena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Role 5 — Helena: improve pretrained CLAP with domain-specific contrastive learning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Approach: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Construct (audio, text) pairs from FMA metadata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Fine-tune with InfoNCE loss — pull matching pairs together, push others apart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Batch size 32–64 (more negatives = better contrastive learning)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5–15 epochs with early stopping on validation loss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Goal: reduce conflation of similar genres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Hip-Hop &amp; Pop currently at 0.81 cosine similarity — nearly identical in CLAP space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Fine-tuning should learn FMA-specific genre boundaries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Before/after comparison: t-SNE, heatmaps, retrieval quality (P@10, NDCG@10)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Demo: Multi-View Recommendation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localhost:5001 — app.py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4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Flask web application serving side-by-side recommendations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Features: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Search any track by title, artist, or genre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See recommendations from each view independently (SBERT, OpenL3, CLAP)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Fused results via Reciprocal Rank Fusion across all views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Per-view cosine similarity scores shown for each recommendation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  •  Audio playback of original MP3 files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Technical: all embeddings L2-normalised, cosine similarity via dot product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200">
                <a:solidFill>
                  <a:srgbClr val="CBD5E1"/>
                </a:solidFill>
                <a:latin typeface="Calibri"/>
              </a:defRPr>
            </a:pPr>
            <a:r>
              <a:t>FAISS IndexFlatIP for exact search — &lt;1ms per query at 8,000 vectors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916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Multi-view fusion outperforms any single embedding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Fused retrieval: -15.1% distance vs random (vs -12.4% for text alone, -24.3% for audio alone)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5156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60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53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34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Text and audio embeddings are highly complementary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Only 5.6% overlap in top-20 neighbours; Spearman rho = -0.77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5156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879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69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leakage is a real risk in retrieval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48.8% of tags contained genre labels — caught and removed before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105156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53949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22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Domain-specific evaluation requires careful ground truth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Echo Nest features provide independent, audio-derived ground truth no model saw during 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Team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Wenny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Role 1: Acoustic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OpenL3 embeddings, t-SNE comparison, genre centroid heatmaps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Calibri"/>
              </a:defRPr>
            </a:pPr>
            <a:r>
              <a:t>Sid &amp; Issac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Role 2: Lyrics &amp; Semantic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06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SBERT pipeline, data leakage fix, Genius lyrics, representation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Calibri"/>
              </a:defRPr>
            </a:pPr>
            <a:r>
              <a:t>Archive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Role 3: Graph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Heterogeneous GNN, link prediction, Flask web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53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Jiayi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Role 4: Evaluation &amp;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26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IR metrics (P@K, MAP, NDCG), weighted fusion, RRF, learned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Helena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Role 5: Fine-tuning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86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CLAP fine-tuning, before/after comparison, Echo Nest correlation, failure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 fixed-size numerical vector (e.g., 384 or 512 dimensions) representing a track in a continuous space where similar items are close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7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FAISS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237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Facebook AI Similarity Search — a library for efficient nearest-neighbor search over dense vectors. We use IndexFlatIP (exact inner product).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72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Cosine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2841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The cosine of the angle between two vectors, ranging from -1 to 1. Higher = more similar. Equals the dot product for L2-normalised vectors.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77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Contrastive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330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 training strategy where a model learns to map similar pairs close together and dissimilar pairs far apart, typically using InfoNCE loss.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81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CLAP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Contrastive Language-Audio Pretraining — maps audio and text into a shared embedding space. Captures high-level semantics (mood, genre, instruments).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SBERT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424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Sentence-BERT — a siamese transformer that produces fixed-size sentence embeddings optimised for semantic similarity. Model: all-MiniLM-L6-v2.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OpenL3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190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 self-supervised audio embedding model trained on AudioSet. Captures low-level acoustic features (timbre, rhythm, texture) without labels.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GNN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237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Graph Neural Network — learns node embeddings by aggregating information from graph neighbours. We use SAGEConv on a heterogeneous track-artist-genre graph.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72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RRF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2841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Reciprocal Rank Fusion — combines ranked lists by summing 1/(k + rank) across views. Robust and requires no weight tuning.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770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Data 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330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When evaluation targets (e.g., genre labels) leak into model inputs, artificially inflating metrics. We removed genre from SBERT input strings.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81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t-SNE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37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t-distributed Stochastic Neighbor Embedding — a dimensionality reduction technique for visualising high-dimensional data in 2D.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Datasets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Free Music Archive (FMA Small)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2199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8,000 tracks, 8 genres, ~30s clips, open-licensed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Defferrard et al., 2017  —  github.com/mdeff/fma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Echo Nest / Spotify Audio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5351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Danceability, energy, valence, tempo, acousticness, instrumentalness, liveness, speechiness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294-track overlap with FMA Small used as independent evaluation 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Genius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8503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Song lyrics (first 1,000 characters per track)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862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Used to enrich SBERT text embeddings after removing genre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AudioSet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165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Training data for OpenL3 (self-supervised audio-visual correspondence)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1772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Gemmeke et al., 2017  —  research.google.com/audioset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Models &amp; 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CLAP (LAION): HTSAT-tiny backbone, pretrained on AudioSet + music  |  laion/clap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SBERT: all-MiniLM-L6-v2, 384-d  |  sentence-transformers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OpenL3: self-supervised audio embeddings  |  marl/openl3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PyTorch Geometric: heterogeneous GNN (SAGEConv)  |  pyg-team/pytorch_geometric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FAISS: Facebook AI Similarity Search  |  facebookresearch/faiss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Demo available at localhost:5001  |  Source code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